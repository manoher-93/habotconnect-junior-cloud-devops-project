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HabotConnect Hiring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Candidate: Manoher Singh</a:t>
            </a:r>
          </a:p>
          <a:p>
            <a:pPr>
              <a:spcAft>
                <a:spcPts val="900"/>
              </a:spcAft>
              <a:defRPr sz="1900"/>
            </a:pPr>
            <a:r>
              <a:t>Email: manoharmsp93@gmail.com</a:t>
            </a:r>
          </a:p>
          <a:p>
            <a:pPr>
              <a:spcAft>
                <a:spcPts val="900"/>
              </a:spcAft>
              <a:defRPr sz="1900"/>
            </a:pPr>
            <a:r>
              <a:t>Telephone: +91-9648548275</a:t>
            </a:r>
          </a:p>
          <a:p>
            <a:pPr>
              <a:spcAft>
                <a:spcPts val="900"/>
              </a:spcAft>
              <a:defRPr sz="1900"/>
            </a:pPr>
            <a:r>
              <a:t>Junior Cloud &amp; DevOps Engineer — GCP / Django / React</a:t>
            </a:r>
          </a:p>
          <a:p>
            <a:pPr>
              <a:spcAft>
                <a:spcPts val="900"/>
              </a:spcAft>
              <a:defRPr sz="1900"/>
            </a:pPr>
            <a:r>
              <a:t>Secure staging + fail-closed automation + deterministic onboarding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I Interpreted the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The document asks for three concrete controls rather than a full production platform.</a:t>
            </a:r>
          </a:p>
          <a:p>
            <a:pPr>
              <a:spcAft>
                <a:spcPts val="900"/>
              </a:spcAft>
              <a:defRPr sz="1900"/>
            </a:pPr>
            <a:r>
              <a:t>I kept the implementation modular and reproducible.</a:t>
            </a:r>
          </a:p>
          <a:p>
            <a:pPr>
              <a:spcAft>
                <a:spcPts val="900"/>
              </a:spcAft>
              <a:defRPr sz="1900"/>
            </a:pPr>
            <a:r>
              <a:t>My design emphasis is operational safety: prevent unsafe deployment, make validation deterministic, and preserve evidence when a gate blocks a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Critical Staging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A developer committed raw API credentials.</a:t>
            </a:r>
          </a:p>
          <a:p>
            <a:pPr>
              <a:spcAft>
                <a:spcPts val="900"/>
              </a:spcAft>
              <a:defRPr sz="1900"/>
            </a:pPr>
            <a:r>
              <a:t>A schema mismatch broke downstream analytics.</a:t>
            </a:r>
          </a:p>
          <a:p>
            <a:pPr>
              <a:spcAft>
                <a:spcPts val="900"/>
              </a:spcAft>
              <a:defRPr sz="1900"/>
            </a:pPr>
            <a:r>
              <a:t>First response: stop unsafe propagation.</a:t>
            </a:r>
          </a:p>
          <a:p>
            <a:pPr>
              <a:spcAft>
                <a:spcPts val="900"/>
              </a:spcAft>
              <a:defRPr sz="1900"/>
            </a:pPr>
            <a:r>
              <a:t>Second response: enforce controlled D0/D1 data boundaries.</a:t>
            </a:r>
          </a:p>
          <a:p>
            <a:pPr>
              <a:spcAft>
                <a:spcPts val="900"/>
              </a:spcAft>
              <a:defRPr sz="1900"/>
            </a:pPr>
            <a:r>
              <a:t>Third response: make the same failure modes automatically detectable in future commits.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4023360" cy="384048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52144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SOURCE → GATE → DATA → CONTROLLED CONSUMPTION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2048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1 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20482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Developer change enters the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847088"/>
            <a:ext cx="2322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2  BUILD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67712"/>
            <a:ext cx="232257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Format • lint • security • secrets •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47088"/>
            <a:ext cx="19568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3  D0 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67712"/>
            <a:ext cx="19568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GCS Raw Landing</a:t>
            </a:r>
            <a:br/>
            <a:r>
              <a:t>restricted ingestion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73736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7112" y="1847088"/>
            <a:ext cx="2048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4  D1 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267712"/>
            <a:ext cx="20482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BigQuery staging</a:t>
            </a:r>
            <a:br/>
            <a:r>
              <a:t>IAM + row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8328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647387"/>
                </a:solidFill>
              </a:defRPr>
            </a:pPr>
            <a:r>
              <a:t>Application /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0332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668B4"/>
                </a:solidFill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38328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668B4"/>
                </a:solidFill>
              </a:defRPr>
            </a:pPr>
            <a:r>
              <a:t>GCS D0 Raw Landing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364992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668B4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24612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668B4"/>
                </a:solidFill>
              </a:defRPr>
            </a:pPr>
            <a:r>
              <a:t>BigQuery D1</a:t>
            </a:r>
            <a:br/>
            <a:r>
              <a:t>Staged /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364992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668B4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3832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8C5A"/>
                </a:solidFill>
              </a:defRPr>
            </a:pPr>
            <a:r>
              <a:t>Controlled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572000"/>
            <a:ext cx="8138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4681728"/>
            <a:ext cx="78089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8C5A"/>
                </a:solidFill>
              </a:defRPr>
            </a:pPr>
            <a:r>
              <a:t>DESIGN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5102352"/>
            <a:ext cx="780897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Separate identity permissions from row visibility; unsafe commits never reach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1 — Secure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28800" cy="384048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52144"/>
            <a:ext cx="1737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TASK 1  •  TERRAFORM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29169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GCS D0 RAW 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2916936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Public access prevention</a:t>
            </a:r>
            <a:br/>
            <a:r>
              <a:t>Uniform bucket-level access</a:t>
            </a:r>
            <a:br/>
            <a:r>
              <a:t>Versioning +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847088"/>
            <a:ext cx="29169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INGESTION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267712"/>
            <a:ext cx="2916936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Dedicated identity</a:t>
            </a:r>
            <a:br/>
            <a:r>
              <a:t>Object creation restricted to raw/ prefix</a:t>
            </a:r>
            <a:br/>
            <a:r>
              <a:t>Only required staging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73736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1847088"/>
            <a:ext cx="29169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BIGQUERY D1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267712"/>
            <a:ext cx="2916936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Explicit onboarding table</a:t>
            </a:r>
            <a:br/>
            <a:r>
              <a:t>Table-level access separation</a:t>
            </a:r>
            <a:br/>
            <a:r>
              <a:t>App Engine target provisioned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B37"/>
                </a:solidFill>
              </a:defRPr>
            </a:pPr>
            <a:r>
              <a:t>Infrastructure is expressed as reproducible code; runtime project ID and globally unique bucket name remain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166360"/>
            <a:ext cx="6720840" cy="384048"/>
          </a:xfrm>
          <a:prstGeom prst="roundRect">
            <a:avLst/>
          </a:prstGeom>
          <a:solidFill>
            <a:srgbClr val="2D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5175504"/>
            <a:ext cx="6629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REPRODUCIBLE • LEAST PRIVILEGE • NO PRODUCTION DEPLOYMENT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Least Privilege + Row-Level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920240" cy="384048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43584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WHO CAN ACT?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3200400" cy="384048"/>
          </a:xfrm>
          <a:prstGeom prst="roundRect">
            <a:avLst/>
          </a:prstGeom>
          <a:solidFill>
            <a:srgbClr val="2D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43584"/>
            <a:ext cx="3108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WHICH ROWS CAN THEY SEE?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3931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3602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INGESTION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50592"/>
            <a:ext cx="3602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Table data-editing permission</a:t>
            </a:r>
            <a:br/>
            <a:r>
              <a:t>+ BigQuery job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3931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029968"/>
            <a:ext cx="3602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8C5A"/>
                </a:solidFill>
              </a:defRPr>
            </a:pPr>
            <a:r>
              <a:t>ANALYTICS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450592"/>
            <a:ext cx="3602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Table data-view permission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4884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668B4"/>
                </a:solidFill>
              </a:defRPr>
            </a:pPr>
            <a:r>
              <a:t>IAM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65176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668B4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749039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D8C5A"/>
                </a:solidFill>
              </a:defRPr>
            </a:pPr>
            <a:r>
              <a:t>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51960"/>
            <a:ext cx="6675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232B37"/>
                </a:solidFill>
              </a:defRPr>
            </a:pPr>
            <a:r>
              <a:t>Organization identifier filters visible rows without changing the underlying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983480"/>
            <a:ext cx="5577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5093208"/>
            <a:ext cx="524865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KEY DISTINCTION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5513832"/>
            <a:ext cx="52486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B37"/>
                </a:solidFill>
              </a:defRPr>
            </a:pPr>
            <a:r>
              <a:t>IAM answers “who can act?”</a:t>
            </a:r>
            <a:br/>
            <a:r>
              <a:t>Row-level security answers “which rows can this identity see?”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2 — Poka-Yoke Build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3291840" cy="384048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52144"/>
            <a:ext cx="3200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TASK 2  •  POKA-YOKE / FAIL-CLOSED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terraform fmt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7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1343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terraform 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892807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31343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TFLint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10128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73075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Checkov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200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310128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BE4141"/>
                </a:solidFill>
              </a:defRPr>
            </a:pPr>
            <a:r>
              <a:t>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73075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Gitleaks + deterministic 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200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310128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73075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compile + unit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80060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4141"/>
                </a:solidFill>
              </a:defRPr>
            </a:pPr>
            <a:r>
              <a:t>Every gate is blocking. No security gate uses continue-on-error.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5486400"/>
            <a:ext cx="6080760" cy="384048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5495544"/>
            <a:ext cx="5989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FAIL-CLOSED = NO GATE PASS → NO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Fail-Closed + Quarantine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645920" cy="384048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52144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FAILURE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2414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BE4141"/>
                </a:solidFill>
              </a:defRPr>
            </a:pPr>
            <a:r>
              <a:t>GATE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24140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Build-gate job returns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48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BE4141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8288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938528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BE4141"/>
                </a:solidFill>
              </a:defRPr>
            </a:pPr>
            <a:r>
              <a:t>DEPLOYMENT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359152"/>
            <a:ext cx="25968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Deployment explicitly depends on build-gate success.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48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BE4141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8288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938528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8C5A"/>
                </a:solidFill>
              </a:defRPr>
            </a:pPr>
            <a:r>
              <a:t>QUARANTINE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359152"/>
            <a:ext cx="25968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Blocked commit identifier stored as an artifact.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</a:defRPr>
            </a:pPr>
            <a:r>
              <a:t>Operational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B37"/>
                </a:solidFill>
              </a:defRPr>
            </a:pPr>
            <a:r>
              <a:t>STOP  →  PRESERVE EVIDENCE  →  DIAGNOSE  →  FIX  → 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212080"/>
            <a:ext cx="8595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232B37"/>
                </a:solidFill>
              </a:defRPr>
            </a:pPr>
            <a:r>
              <a:t>This turns “stop and investigate” from a manual instruction into an automated pipeline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3 — Deterministic DCYN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The supplied document requests a student onboarding JSON payload but does not provide the actual payload or a separate exact field-limit table.</a:t>
            </a:r>
          </a:p>
          <a:p>
            <a:pPr>
              <a:spcAft>
                <a:spcPts val="900"/>
              </a:spcAft>
              <a:defRPr sz="1900"/>
            </a:pPr>
            <a:r>
              <a:t>I therefore made the assumed contract explicit in the spreadsheet, CSV, serializer, decision library, tests, and presentation.</a:t>
            </a:r>
          </a:p>
          <a:p>
            <a:pPr>
              <a:spcAft>
                <a:spcPts val="900"/>
              </a:spcAft>
              <a:defRPr sz="1900"/>
            </a:pPr>
            <a:r>
              <a:t>The business decision remains strictly binary: Yes or No.</a:t>
            </a:r>
          </a:p>
          <a:p>
            <a:pPr>
              <a:spcAft>
                <a:spcPts val="900"/>
              </a:spcAft>
              <a:defRPr sz="1900"/>
            </a:pPr>
            <a:r>
              <a:t>Stable reason codes make failures consistent and easier to diagnose.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743200" cy="384048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52144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TASK 3  •  VALIDATION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UUID student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7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1343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Email + name bounds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892807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31343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Age 3–18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10128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73075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Conditional support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200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310128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73075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Guardian + data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200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310128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TENANCY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730752"/>
            <a:ext cx="3008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2-letter country + organization bounds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892040"/>
            <a:ext cx="4846320" cy="384048"/>
          </a:xfrm>
          <a:prstGeom prst="roundRect">
            <a:avLst/>
          </a:prstGeom>
          <a:solidFill>
            <a:srgbClr val="2D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4901183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BUSINESS DECISION: YES / NO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4068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232B37"/>
                </a:solidFill>
              </a:defRPr>
            </a:pPr>
            <a:r>
              <a:t>Unknown fields are rejected; stable reason codes make the same invalid input fail the same 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I Added Decision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The decision library returns Yes or No plus stable codes such as D003 for an invalid student identifier.</a:t>
            </a:r>
          </a:p>
          <a:p>
            <a:pPr>
              <a:spcAft>
                <a:spcPts val="900"/>
              </a:spcAft>
              <a:defRPr sz="1900"/>
            </a:pPr>
            <a:r>
              <a:t>This does not introduce a human “maybe” branch.</a:t>
            </a:r>
          </a:p>
          <a:p>
            <a:pPr>
              <a:spcAft>
                <a:spcPts val="900"/>
              </a:spcAft>
              <a:defRPr sz="1900"/>
            </a:pPr>
            <a:r>
              <a:t>It gives operations a repeatable reason for rejection and makes tests easier to interpret.</a:t>
            </a:r>
          </a:p>
          <a:p>
            <a:pPr>
              <a:spcAft>
                <a:spcPts val="900"/>
              </a:spcAft>
              <a:defRPr sz="1900"/>
            </a:pPr>
            <a:r>
              <a:t>The same contract is represented across code, tests and the schema workbook.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280160" cy="384048"/>
          </a:xfrm>
          <a:prstGeom prst="roundRect">
            <a:avLst/>
          </a:prstGeom>
          <a:solidFill>
            <a:srgbClr val="2D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52144"/>
            <a:ext cx="11887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pic>
        <p:nvPicPr>
          <p:cNvPr id="7" name="Picture 6" descr="validatio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21594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1" y="1938528"/>
            <a:ext cx="30540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8C5A"/>
                </a:solidFill>
              </a:defRPr>
            </a:pPr>
            <a:r>
              <a:t>WHAT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2359152"/>
            <a:ext cx="305409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8 deterministic Python/DCYN tests</a:t>
            </a:r>
            <a:br/>
            <a:r>
              <a:t>Secret scan</a:t>
            </a:r>
            <a:br/>
            <a:r>
              <a:t>Fail-closed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6118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3721608"/>
            <a:ext cx="30540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BE4141"/>
                </a:solidFill>
              </a:defRPr>
            </a:pPr>
            <a:r>
              <a:t>WHAT IS NOT CLAIMED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4142232"/>
            <a:ext cx="30540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B37"/>
                </a:solidFill>
              </a:defRPr>
            </a:pPr>
            <a:r>
              <a:t>Terraform CLI validation and Django/DRF execution were not run locally; CI workflow is configured to run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53212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B37"/>
                </a:solidFill>
              </a:defRPr>
            </a:pPr>
            <a:r>
              <a:t>Evidence is intentionally separated from production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Assumptions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No Google Cloud credentials were supplied, so I do not claim a production deployment.</a:t>
            </a:r>
          </a:p>
          <a:p>
            <a:pPr>
              <a:spcAft>
                <a:spcPts val="900"/>
              </a:spcAft>
              <a:defRPr sz="1900"/>
            </a:pPr>
            <a:r>
              <a:t>The Google Cloud project identifier and globally unique bucket name are runtime inputs.</a:t>
            </a:r>
          </a:p>
          <a:p>
            <a:pPr>
              <a:spcAft>
                <a:spcPts val="900"/>
              </a:spcAft>
              <a:defRPr sz="1900"/>
            </a:pPr>
            <a:r>
              <a:t>The onboarding schema is explicitly labeled as an engineering contract because the assignment does not provide the source JSON.</a:t>
            </a:r>
          </a:p>
          <a:p>
            <a:pPr>
              <a:spcAft>
                <a:spcPts val="900"/>
              </a:spcAft>
              <a:defRPr sz="1900"/>
            </a:pPr>
            <a:r>
              <a:t>The implementation is intentionally scoped to the three requested tasks rather than adding unrelated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Closing — My Engineering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Manoher Singh |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143000"/>
            <a:ext cx="3749039" cy="384048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152144"/>
            <a:ext cx="365759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CLOSING PRINCIPLE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2139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21396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Make the safe path automatic.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0116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1" y="2121408"/>
            <a:ext cx="2139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DETERMINISTIC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1" y="2542032"/>
            <a:ext cx="21396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Make the failure deterministic.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2121408"/>
            <a:ext cx="2139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3668B4"/>
                </a:solidFill>
              </a:defRPr>
            </a:pPr>
            <a:r>
              <a:t>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542032"/>
            <a:ext cx="21396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Make the diagnosis explainable.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20116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1" y="2121408"/>
            <a:ext cx="21396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8C5A"/>
                </a:solidFill>
              </a:defRPr>
            </a:pPr>
            <a:r>
              <a:t>LEAST PRIVILEGE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1" y="2542032"/>
            <a:ext cx="21396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Use least privilege by default.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51960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32B37"/>
                </a:solidFill>
              </a:defRPr>
            </a:pPr>
            <a:r>
              <a:t>Small enough to review. Reproducible enough to hand 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029200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647387"/>
                </a:solidFill>
              </a:defRPr>
            </a:pPr>
            <a:r>
              <a:t>Thank you</a:t>
            </a:r>
            <a:br/>
            <a:r>
              <a:t>Manoher Singh  •  Junior Cloud &amp; DevOps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